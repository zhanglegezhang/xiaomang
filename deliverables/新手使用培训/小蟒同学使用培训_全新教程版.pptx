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0a50a875894289" /><Relationship Type="http://schemas.openxmlformats.org/officeDocument/2006/relationships/extended-properties" Target="/docProps/app.xml" Id="R0ee022b105ce4416" /><Relationship Type="http://schemas.openxmlformats.org/officeDocument/2006/relationships/officeDocument" Target="/ppt/presentation.xml" Id="Ra6936d188cd64d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9c6f2048b9422b"/>
  </p:sldMasterIdLst>
  <p:notesMasterIdLst>
    <p:notesMasterId xmlns:r="http://schemas.openxmlformats.org/officeDocument/2006/relationships" r:id="Rfb5a57264c984420"/>
  </p:notesMasterIdLst>
  <p:sldIdLst>
    <p:sldId xmlns:r="http://schemas.openxmlformats.org/officeDocument/2006/relationships" id="256" r:id="R7b7d81d8b6c14cb0"/>
    <p:sldId xmlns:r="http://schemas.openxmlformats.org/officeDocument/2006/relationships" id="257" r:id="R82984f59710244ae"/>
    <p:sldId xmlns:r="http://schemas.openxmlformats.org/officeDocument/2006/relationships" id="258" r:id="R3ea56bb583084cf3"/>
    <p:sldId xmlns:r="http://schemas.openxmlformats.org/officeDocument/2006/relationships" id="259" r:id="R80e5e577333c49e4"/>
    <p:sldId xmlns:r="http://schemas.openxmlformats.org/officeDocument/2006/relationships" id="260" r:id="R0cc1e0c892214fc9"/>
    <p:sldId xmlns:r="http://schemas.openxmlformats.org/officeDocument/2006/relationships" id="261" r:id="Rd880f08680bc4593"/>
    <p:sldId xmlns:r="http://schemas.openxmlformats.org/officeDocument/2006/relationships" id="262" r:id="R124a730fddd349d9"/>
    <p:sldId xmlns:r="http://schemas.openxmlformats.org/officeDocument/2006/relationships" id="263" r:id="R4dfb19a8b2eb4a78"/>
    <p:sldId xmlns:r="http://schemas.openxmlformats.org/officeDocument/2006/relationships" id="264" r:id="Rafc8b9ff79b84596"/>
    <p:sldId xmlns:r="http://schemas.openxmlformats.org/officeDocument/2006/relationships" id="265" r:id="R3b404d205ec34b18"/>
    <p:sldId xmlns:r="http://schemas.openxmlformats.org/officeDocument/2006/relationships" id="266" r:id="Ra218d84310ac4b17"/>
    <p:sldId xmlns:r="http://schemas.openxmlformats.org/officeDocument/2006/relationships" id="267" r:id="R2f62e6021aa64b7d"/>
    <p:sldId xmlns:r="http://schemas.openxmlformats.org/officeDocument/2006/relationships" id="268" r:id="R6f1622a075424bb1"/>
    <p:sldId xmlns:r="http://schemas.openxmlformats.org/officeDocument/2006/relationships" id="269" r:id="Rda42a66de62247a6"/>
    <p:sldId xmlns:r="http://schemas.openxmlformats.org/officeDocument/2006/relationships" id="270" r:id="R9b933eda8aed427f"/>
    <p:sldId xmlns:r="http://schemas.openxmlformats.org/officeDocument/2006/relationships" id="271" r:id="R50ed1d29e734499c"/>
    <p:sldId xmlns:r="http://schemas.openxmlformats.org/officeDocument/2006/relationships" id="272" r:id="R60252bc5eaf14fde"/>
    <p:sldId xmlns:r="http://schemas.openxmlformats.org/officeDocument/2006/relationships" id="273" r:id="R8bacd8532c4640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ac9dbeb2dd4488" /><Relationship Type="http://schemas.openxmlformats.org/officeDocument/2006/relationships/slideMaster" Target="/ppt/slideMasters/slideMaster1.xml" Id="R909c6f2048b9422b" /><Relationship Type="http://schemas.openxmlformats.org/officeDocument/2006/relationships/notesMaster" Target="/ppt/notesMasters/notesMaster1.xml" Id="Rfb5a57264c984420" /><Relationship Type="http://schemas.openxmlformats.org/officeDocument/2006/relationships/presProps" Target="/ppt/presProps.xml" Id="Rf8735d630f604d00" /><Relationship Type="http://schemas.openxmlformats.org/officeDocument/2006/relationships/tableStyles" Target="/ppt/tableStyles.xml" Id="R098f348deecb4a2b" /><Relationship Type="http://schemas.openxmlformats.org/officeDocument/2006/relationships/slide" Target="/ppt/slides/slide1.xml" Id="R7b7d81d8b6c14cb0" /><Relationship Type="http://schemas.openxmlformats.org/officeDocument/2006/relationships/slide" Target="/ppt/slides/slide2.xml" Id="R82984f59710244ae" /><Relationship Type="http://schemas.openxmlformats.org/officeDocument/2006/relationships/slide" Target="/ppt/slides/slide3.xml" Id="R3ea56bb583084cf3" /><Relationship Type="http://schemas.openxmlformats.org/officeDocument/2006/relationships/slide" Target="/ppt/slides/slide4.xml" Id="R80e5e577333c49e4" /><Relationship Type="http://schemas.openxmlformats.org/officeDocument/2006/relationships/slide" Target="/ppt/slides/slide5.xml" Id="R0cc1e0c892214fc9" /><Relationship Type="http://schemas.openxmlformats.org/officeDocument/2006/relationships/slide" Target="/ppt/slides/slide6.xml" Id="Rd880f08680bc4593" /><Relationship Type="http://schemas.openxmlformats.org/officeDocument/2006/relationships/slide" Target="/ppt/slides/slide7.xml" Id="R124a730fddd349d9" /><Relationship Type="http://schemas.openxmlformats.org/officeDocument/2006/relationships/slide" Target="/ppt/slides/slide8.xml" Id="R4dfb19a8b2eb4a78" /><Relationship Type="http://schemas.openxmlformats.org/officeDocument/2006/relationships/slide" Target="/ppt/slides/slide9.xml" Id="Rafc8b9ff79b84596" /><Relationship Type="http://schemas.openxmlformats.org/officeDocument/2006/relationships/slide" Target="/ppt/slides/slide10.xml" Id="R3b404d205ec34b18" /><Relationship Type="http://schemas.openxmlformats.org/officeDocument/2006/relationships/slide" Target="/ppt/slides/slide11.xml" Id="Ra218d84310ac4b17" /><Relationship Type="http://schemas.openxmlformats.org/officeDocument/2006/relationships/slide" Target="/ppt/slides/slide12.xml" Id="R2f62e6021aa64b7d" /><Relationship Type="http://schemas.openxmlformats.org/officeDocument/2006/relationships/slide" Target="/ppt/slides/slide13.xml" Id="R6f1622a075424bb1" /><Relationship Type="http://schemas.openxmlformats.org/officeDocument/2006/relationships/slide" Target="/ppt/slides/slide14.xml" Id="Rda42a66de62247a6" /><Relationship Type="http://schemas.openxmlformats.org/officeDocument/2006/relationships/slide" Target="/ppt/slides/slide15.xml" Id="R9b933eda8aed427f" /><Relationship Type="http://schemas.openxmlformats.org/officeDocument/2006/relationships/slide" Target="/ppt/slides/slide16.xml" Id="R50ed1d29e734499c" /><Relationship Type="http://schemas.openxmlformats.org/officeDocument/2006/relationships/slide" Target="/ppt/slides/slide17.xml" Id="R60252bc5eaf14fde" /><Relationship Type="http://schemas.openxmlformats.org/officeDocument/2006/relationships/slide" Target="/ppt/slides/slide18.xml" Id="R8bacd8532c4640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355ba0b04d42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a6fc98411d476d" /><Relationship Type="http://schemas.openxmlformats.org/officeDocument/2006/relationships/notesMaster" Target="/ppt/notesMasters/notesMaster1.xml" Id="Rd7dbb648844c4a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f2874416d7485d" /><Relationship Type="http://schemas.openxmlformats.org/officeDocument/2006/relationships/notesMaster" Target="/ppt/notesMasters/notesMaster1.xml" Id="R1cc488ff7ff548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2376affebd4521" /><Relationship Type="http://schemas.openxmlformats.org/officeDocument/2006/relationships/notesMaster" Target="/ppt/notesMasters/notesMaster1.xml" Id="R4755f35f7e744d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39c34dfbaa44ab" /><Relationship Type="http://schemas.openxmlformats.org/officeDocument/2006/relationships/notesMaster" Target="/ppt/notesMasters/notesMaster1.xml" Id="R58897fd2d92c4b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f29a7cab364fdc" /><Relationship Type="http://schemas.openxmlformats.org/officeDocument/2006/relationships/notesMaster" Target="/ppt/notesMasters/notesMaster1.xml" Id="R57fd8e45e1ae40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7efd232bf34c47" /><Relationship Type="http://schemas.openxmlformats.org/officeDocument/2006/relationships/notesMaster" Target="/ppt/notesMasters/notesMaster1.xml" Id="R9b5df85434dc40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9f62c266d8483b" /><Relationship Type="http://schemas.openxmlformats.org/officeDocument/2006/relationships/notesMaster" Target="/ppt/notesMasters/notesMaster1.xml" Id="Rc8fe17f6402541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adc747997f496f" /><Relationship Type="http://schemas.openxmlformats.org/officeDocument/2006/relationships/notesMaster" Target="/ppt/notesMasters/notesMaster1.xml" Id="Rb58542e52acf44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28b9dd1b6d4f44" /><Relationship Type="http://schemas.openxmlformats.org/officeDocument/2006/relationships/notesMaster" Target="/ppt/notesMasters/notesMaster1.xml" Id="R1295e9a22a5d46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14855b54b74cf6" /><Relationship Type="http://schemas.openxmlformats.org/officeDocument/2006/relationships/notesMaster" Target="/ppt/notesMasters/notesMaster1.xml" Id="Rf0fb2f63790e44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d6df732d2d4cea" /><Relationship Type="http://schemas.openxmlformats.org/officeDocument/2006/relationships/notesMaster" Target="/ppt/notesMasters/notesMaster1.xml" Id="Rf83a0038b4784a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d1d8662bff424e" /><Relationship Type="http://schemas.openxmlformats.org/officeDocument/2006/relationships/notesMaster" Target="/ppt/notesMasters/notesMaster1.xml" Id="Rb1ebc676ea2b43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35482287b64bb9" /><Relationship Type="http://schemas.openxmlformats.org/officeDocument/2006/relationships/notesMaster" Target="/ppt/notesMasters/notesMaster1.xml" Id="R39482f0457bf46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7349c48ab14545" /><Relationship Type="http://schemas.openxmlformats.org/officeDocument/2006/relationships/notesMaster" Target="/ppt/notesMasters/notesMaster1.xml" Id="R08af328fed5043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42b8b3b4c449f6" /><Relationship Type="http://schemas.openxmlformats.org/officeDocument/2006/relationships/notesMaster" Target="/ppt/notesMasters/notesMaster1.xml" Id="R3917082d780148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5694a1cc5e4f99" /><Relationship Type="http://schemas.openxmlformats.org/officeDocument/2006/relationships/notesMaster" Target="/ppt/notesMasters/notesMaster1.xml" Id="R15ef829a8f654d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66b8c9f1e74900" /><Relationship Type="http://schemas.openxmlformats.org/officeDocument/2006/relationships/notesMaster" Target="/ppt/notesMasters/notesMaster1.xml" Id="Rd9817914318249c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eefda4fd53490e" /><Relationship Type="http://schemas.openxmlformats.org/officeDocument/2006/relationships/notesMaster" Target="/ppt/notesMasters/notesMaster1.xml" Id="Rcd571a440fd947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这份培训面向第一次使用小蟒同学的同事。现场最好跟着实际应用演示，先走一遍截图，再操作便签和主菜单。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托盘图标、桌面小浮窗和快捷键是最常用的入口。双击右下角的小蟒图标打开主菜单；点击浮窗可展开便签；截图等操作可直接按快捷键。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默认快捷键以当前应用配置为准。演示 Ctrl+1 截图，Ctrl+2 录屏，Ctrl+3 取色，Ctrl+F10 窗口置顶。若与其他软件冲突，可在主菜单“快捷键”中调整。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Ctrl+1，拖出矩形范围；松开鼠标后在工具栏进行标注、OCR或复制；点击确认完成截图。可用 Esc 取消。截图前先想清楚要保留的范围，减少之后的裁剪。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演示时可先用矩形框出目标，再用箭头指向按钮；需要解释时添加文字；展示隐私信息前使用模糊。不要把所有标注工具都堆在一张图上。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截图保存后会短暂出现右下角通知。鼠标悬停可看绝对路径，单击通知会打开文件所在文件夹。主菜单的“截图文件夹”可预览、刷新并打开文件所在位置。截图工具栏中的 OCR 用来提取图中文字。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Ctrl+2 用于录制屏幕操作。结束后同样可通过通知或截图文件夹找到录屏文件。Ctrl+3 打开屏幕取色器，适合对齐演示稿和界面颜色。录制或截图完成后没有快门声。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点击桌面小浮窗展开。左侧贴片依次是待办、剪贴板、收藏夹、其他。切换贴片不会改变内容。普通点击外部应用时会按当前收起规则关闭面板。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输入区支持多行文字。勾选“提醒”后选择未来日期时间，再添加；如果选择的时间已过去，界面会提示“请选择未来的提醒时间”并阻止添加。待办完成后点复选框，可用“展示已办”查看。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在收起的小浮窗上按住约500毫秒且不拖动，出现麦克风后开始录音。松开结束，最长60秒。转写与保存成功后自动切回待办，但面板仍收起。记录中有录音按钮，旁边显示秒数，可点击播放或暂停。SenseVoice-Small 模型可在全局设置中安装；未安装时会尝试 Windows 识别。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复制文字后到“2 剪贴板”查找。双击一条记录，会把它的全部内容重新复制到系统剪贴板，多行内容也会完整复制；短暂显示“已复制”。每条的预览行数可设置为1到30行，新安装默认8行。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剪贴板适合临时复用；收藏夹适合长期留存。点击“添加”可新建一条，输入多行内容；当前输入框失去焦点后自动保存，页面会刷新列表。上方可模糊搜索，右侧删除按钮用于清理记录。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“4 其他”中列有资讯、幕布、Everything、数据整理和 DeskPins 等入口。Everything 需要对应工具可用；数据整理会打开本地 HTML 页面；DeskPins 是本应用的窗口置顶能力。培训只演示常用入口，其他工具按需要使用。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双击托盘图标进入主菜单，首次默认显示快捷键页面。左侧顺序为快捷键、全局设置、任务设置、工具、便签文件夹、截图文件夹、关于。点击后主要内容在同一窗口右侧显示。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便签文件夹可切换待办、剪贴板、收藏夹三种日志。在同一主窗口里筛选、按时间排序、复制选中内容或导出筛选结果。截图文件夹则用于浏览图像、刷新并打开所在位置。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将目标窗口放到前台，按 Ctrl+F10 可切换置顶。置顶时窗口顶部中央出现红色图钉小标记，点击可取消。还可在桌面区域左右快速甩动鼠标取消全部置顶；需要在1.2秒内完成至少5次反向、每次至少300像素、累计至少1200像素。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时间被拦截时，检查日期与时间是否真晚于当前时间。语音转写失败时，确认默认麦克风与语音模型状态，仍可回放保留的录音。截图或录屏没找到时先查右下角通知和截图文件夹。找不到主窗口时看托盘图标，双击重新打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请大家跟着操作。先用Ctrl+1截图并画一个箭头，完成后从通知进入所在文件夹；再写一条带提醒的待办；最后复制一段两行文字，到剪贴板双击它并粘贴到记事本。练习后可用快捷键设置页调整冲突按键。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29ab2cfbe4d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41aac76f8743fe" /><Relationship Type="http://schemas.openxmlformats.org/officeDocument/2006/relationships/slideLayout" Target="/ppt/slideLayouts/slideLayout1.xml" Id="R2a39e4f0cc7340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39e4f0cc7340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f200aaf1d4394" /><Relationship Type="http://schemas.openxmlformats.org/officeDocument/2006/relationships/image" Target="/ppt/media/image.png" Id="Rbb75b05e80c34135" /><Relationship Type="http://schemas.openxmlformats.org/officeDocument/2006/relationships/notesSlide" Target="/ppt/notesSlides/notesSlide1.xml" Id="R5fb69b6a29ee44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1c8d8ca744ff9" /><Relationship Type="http://schemas.openxmlformats.org/officeDocument/2006/relationships/image" Target="/ppt/media/image2.png" Id="R4da7f5c6afc342b6" /><Relationship Type="http://schemas.openxmlformats.org/officeDocument/2006/relationships/image" Target="/ppt/media/image3.png" Id="R732a9795af574753" /><Relationship Type="http://schemas.openxmlformats.org/officeDocument/2006/relationships/notesSlide" Target="/ppt/notesSlides/notesSlide2.xml" Id="R9b9a770ede9c40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57ff0029a4e8d" /><Relationship Type="http://schemas.openxmlformats.org/officeDocument/2006/relationships/notesSlide" Target="/ppt/notesSlides/notesSlide3.xml" Id="R7468d9ce1d0f41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414e835f74fb0" /><Relationship Type="http://schemas.openxmlformats.org/officeDocument/2006/relationships/notesSlide" Target="/ppt/notesSlides/notesSlide4.xml" Id="R14d18f1ac5bd4e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030b96f014594" /><Relationship Type="http://schemas.openxmlformats.org/officeDocument/2006/relationships/image" Target="/ppt/media/image4.png" Id="Re8164f0db52f4d41" /><Relationship Type="http://schemas.openxmlformats.org/officeDocument/2006/relationships/notesSlide" Target="/ppt/notesSlides/notesSlide5.xml" Id="R87082b250aaa4a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eef4a89e64bbe" /><Relationship Type="http://schemas.openxmlformats.org/officeDocument/2006/relationships/notesSlide" Target="/ppt/notesSlides/notesSlide6.xml" Id="R56370ee931b044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02f1ed8c44fbf" /><Relationship Type="http://schemas.openxmlformats.org/officeDocument/2006/relationships/notesSlide" Target="/ppt/notesSlides/notesSlide7.xml" Id="R78cf52cc23e842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c809a8719497f" /><Relationship Type="http://schemas.openxmlformats.org/officeDocument/2006/relationships/image" Target="/ppt/media/image5.png" Id="Rca032c1559b645fc" /><Relationship Type="http://schemas.openxmlformats.org/officeDocument/2006/relationships/notesSlide" Target="/ppt/notesSlides/notesSlide8.xml" Id="Rb2764e214f754c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f3fc669884003" /><Relationship Type="http://schemas.openxmlformats.org/officeDocument/2006/relationships/notesSlide" Target="/ppt/notesSlides/notesSlide9.xml" Id="R720d73f4d91b45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6ab7d32504749" /><Relationship Type="http://schemas.openxmlformats.org/officeDocument/2006/relationships/image" Target="/ppt/media/image6.png" Id="R1a1856cfdd454b37" /><Relationship Type="http://schemas.openxmlformats.org/officeDocument/2006/relationships/notesSlide" Target="/ppt/notesSlides/notesSlide10.xml" Id="R65dea9298ee245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a06558a9b4323" /><Relationship Type="http://schemas.openxmlformats.org/officeDocument/2006/relationships/image" Target="/ppt/media/image7.png" Id="R2ce7405b3be94521" /><Relationship Type="http://schemas.openxmlformats.org/officeDocument/2006/relationships/notesSlide" Target="/ppt/notesSlides/notesSlide11.xml" Id="Rad41a6de84e74a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8545a1afb48b2" /><Relationship Type="http://schemas.openxmlformats.org/officeDocument/2006/relationships/image" Target="/ppt/media/image8.png" Id="R5ef85e9513064006" /><Relationship Type="http://schemas.openxmlformats.org/officeDocument/2006/relationships/notesSlide" Target="/ppt/notesSlides/notesSlide12.xml" Id="Rb0e4987ecc5c4a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a569ca9b9482b" /><Relationship Type="http://schemas.openxmlformats.org/officeDocument/2006/relationships/image" Target="/ppt/media/image9.png" Id="R310c64c4f9194a34" /><Relationship Type="http://schemas.openxmlformats.org/officeDocument/2006/relationships/notesSlide" Target="/ppt/notesSlides/notesSlide13.xml" Id="R39b5dd6d2d2742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2e37f10f142f8" /><Relationship Type="http://schemas.openxmlformats.org/officeDocument/2006/relationships/image" Target="/ppt/media/image10.png" Id="Rdab883a0675b4a9f" /><Relationship Type="http://schemas.openxmlformats.org/officeDocument/2006/relationships/notesSlide" Target="/ppt/notesSlides/notesSlide14.xml" Id="R6fd3fe66335c46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57375b65f4bf6" /><Relationship Type="http://schemas.openxmlformats.org/officeDocument/2006/relationships/image" Target="/ppt/media/image11.png" Id="Rcbe29988408f422a" /><Relationship Type="http://schemas.openxmlformats.org/officeDocument/2006/relationships/notesSlide" Target="/ppt/notesSlides/notesSlide15.xml" Id="R6c4515995d0f47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34565c1dd4459" /><Relationship Type="http://schemas.openxmlformats.org/officeDocument/2006/relationships/image" Target="/ppt/media/image12.png" Id="R47476416460e4cb6" /><Relationship Type="http://schemas.openxmlformats.org/officeDocument/2006/relationships/notesSlide" Target="/ppt/notesSlides/notesSlide16.xml" Id="Rbb1c78ae370f4f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61a21471046bb" /><Relationship Type="http://schemas.openxmlformats.org/officeDocument/2006/relationships/notesSlide" Target="/ppt/notesSlides/notesSlide17.xml" Id="Rc97053bc9b6541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b6cd9d7dc4027" /><Relationship Type="http://schemas.openxmlformats.org/officeDocument/2006/relationships/notesSlide" Target="/ppt/notesSlides/notesSlide18.xml" Id="R83833ab33b1d46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5b05e80c34135"/>
          <a:stretch xmlns:a="http://schemas.openxmlformats.org/drawingml/2006/main"/>
        </p:blipFill>
        <p:spPr>
          <a:xfrm xmlns:a="http://schemas.openxmlformats.org/drawingml/2006/main">
            <a:off x="781050" y="2009775"/>
            <a:ext cx="1457325" cy="14573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B6450-3AB2-4218-94E0-A7CA1105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0225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小蟒同学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4E52E-FCF8-4A3C-B4C0-9FC40B61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695575"/>
            <a:ext cx="809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新手使用培训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B1816-C0D0-466D-A9A3-A26C8D90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76650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截图 · 便签 · 主菜单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F6913-E117-4924-A572-B62A031B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1000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跟着三个常见场景，完成第一次使用</a:t>
            </a:r>
          </a:p>
        </p:txBody>
      </p:sp>
    </p:spTree>
    <p:extLst>
      <p:ext uri="{BB962C8B-B14F-4D97-AF65-F5344CB8AC3E}">
        <p14:creationId xmlns:p14="http://schemas.microsoft.com/office/powerpoint/2010/main" val="1569654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94F91-6B14-47B7-A0E8-81DACB33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先找到三个入口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0A0BA-1D87-4802-8D97-9550D663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6BF10-6F91-4B33-BC32-E9B9B2D1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BBC6E-4989-4116-AF25-DA644034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右下角托盘图标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02303-0618-4430-8E39-AC850374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双击，打开主菜单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7f5c6afc342b6"/>
          <a:stretch xmlns:a="http://schemas.openxmlformats.org/drawingml/2006/main"/>
        </p:blipFill>
        <p:spPr>
          <a:xfrm xmlns:a="http://schemas.openxmlformats.org/drawingml/2006/main">
            <a:off x="797440" y="3248025"/>
            <a:ext cx="4205844" cy="1295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51DE0-89B6-489E-AF17-EBB5506C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桌面小浮窗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C13D6-2AFD-491D-844B-8BCFE301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点击，展开便签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a9795af574753"/>
          <a:stretch xmlns:a="http://schemas.openxmlformats.org/drawingml/2006/main"/>
        </p:blipFill>
        <p:spPr>
          <a:xfrm xmlns:a="http://schemas.openxmlformats.org/drawingml/2006/main">
            <a:off x="8503539" y="3238500"/>
            <a:ext cx="1071372" cy="1409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F79C6-927A-45F5-ADE3-715B9551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7D78"/>
                </a:solidFill>
                <a:latin typeface="Microsoft YaHei"/>
                <a:ea typeface="Microsoft YaHei"/>
                <a:cs typeface="Microsoft YaHei"/>
              </a:rPr>
              <a:t>快捷键可绕过菜单，直接开始截图或录屏。</a:t>
            </a:r>
          </a:p>
        </p:txBody>
      </p:sp>
    </p:spTree>
    <p:extLst>
      <p:ext uri="{BB962C8B-B14F-4D97-AF65-F5344CB8AC3E}">
        <p14:creationId xmlns:p14="http://schemas.microsoft.com/office/powerpoint/2010/main" val="1108193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8B3B5-2230-47F8-9A62-67CA8B93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记住四个常用快捷键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72756-A0D6-4371-9465-6DD0D47C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391C7-7205-401B-9684-FF566EE5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CB062-79E6-42DE-A3C5-2B0F947E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Ctrl + 1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80426-A54B-4267-937A-BD10B18B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截图矩形区域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65E51-C864-48F0-AC0C-182CDC76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Ctrl + 2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095B3-0395-44E9-A23A-141E00F7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24175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屏幕录制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EC9C0-B3D4-4517-9B76-98996D27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Ctrl + 3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23C90-2237-4CB5-B80A-7036AB18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95725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屏幕取色器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4A25A-0601-41D3-90B6-7AC73FB0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Ctrl + F10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B06BA-26AC-4577-91DA-83293FF7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67275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窗口置顶</a:t>
            </a:r>
          </a:p>
        </p:txBody>
      </p:sp>
    </p:spTree>
    <p:extLst>
      <p:ext uri="{BB962C8B-B14F-4D97-AF65-F5344CB8AC3E}">
        <p14:creationId xmlns:p14="http://schemas.microsoft.com/office/powerpoint/2010/main" val="717567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259A3-1149-4962-A3E2-68D44543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截图：选区后再处理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43140-08BB-47DD-ACF7-B15666A8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E1584-775C-499E-9B21-A617CC84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ACA5C-1D02-4054-ABE4-CFEE333A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ABA09-E048-42E1-B132-B4C85CA3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828800"/>
            <a:ext cx="4505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按 Ctrl + 1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8F1BE-9467-4CFE-92D8-D8ACDD9E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305050"/>
            <a:ext cx="44862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屏幕进入选区状态。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E27FE-B3E6-404A-B543-4EE74B2C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65BC5-752A-4F47-8DC6-FF82B3B2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33725"/>
            <a:ext cx="4505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拖出要保留的区域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407BA-CEE8-4C0D-A192-1953221A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609975"/>
            <a:ext cx="44862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框住内容，松开鼠标。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DE769-05F3-45F3-9E58-A90E7BE0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111C8-50A2-404A-B73E-5485C1A6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438650"/>
            <a:ext cx="4505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标注或完成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57AED-1DEC-4BA4-AB55-43962EBF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914900"/>
            <a:ext cx="44862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需要说明时再用工具栏。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D4A9B-B457-42EB-948C-FD7CB356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19350"/>
            <a:ext cx="409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先框准范围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B9392-6F8E-48C5-B38C-CF44C87B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28975"/>
            <a:ext cx="423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再决定复制、OCR或保存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DEDF6-4387-48D3-8BAA-86679A1A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19625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7D78"/>
                </a:solidFill>
                <a:latin typeface="Microsoft YaHei"/>
                <a:ea typeface="Microsoft YaHei"/>
                <a:cs typeface="Microsoft YaHei"/>
              </a:rPr>
              <a:t>Esc 可取消本次截图</a:t>
            </a:r>
          </a:p>
        </p:txBody>
      </p:sp>
    </p:spTree>
    <p:extLst>
      <p:ext uri="{BB962C8B-B14F-4D97-AF65-F5344CB8AC3E}">
        <p14:creationId xmlns:p14="http://schemas.microsoft.com/office/powerpoint/2010/main" val="1885442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E39BD-5E97-4B66-B25F-EE9B7DB8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截图：让重点一眼可见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9E1F0-E37E-4FF1-A21C-DCD58727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80099-FCD3-4DF9-A963-8D35A4C1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0D749-2126-4A99-B4D8-8B146640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050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矩形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91DFD-9290-40C2-BBA1-18C2AB41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526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框出要看的区域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BD0A8-AB74-4B59-8DB9-94E80BCD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62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箭头与文字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0F3D1-80BF-43DC-9966-C27F813F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1950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说明“看哪里、做什么”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3E19B-3C9D-4939-90CB-EB75E344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481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模糊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A58B6-B21E-422C-A966-363D9E3E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053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分享前遮住敏感信息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64f0db52f4d41"/>
          <a:stretch xmlns:a="http://schemas.openxmlformats.org/drawingml/2006/main"/>
        </p:blipFill>
        <p:spPr>
          <a:xfrm xmlns:a="http://schemas.openxmlformats.org/drawingml/2006/main">
            <a:off x="5476875" y="2244045"/>
            <a:ext cx="5924550" cy="31033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92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234B0-4DCE-44BC-9C80-0537594E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截图完成后去哪找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301BD-6496-4783-875E-99C3B913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DE96B-5695-479E-BBAB-D36B3EDD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E8260-7CC2-466F-95C4-11973533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右下角通知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83DA0-D006-42B5-8F9C-555CEA6F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悬停看路径，单击打开所在文件夹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FBDAB-0594-4F46-83C4-CF80AFDC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主菜单 → 截图文件夹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79FE3-27E1-4443-938F-AC283BE4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预览截图，刷新列表，定位文件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6721D-ED08-497E-BEEB-52D53E4A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需要文字时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69E90-A867-4C45-85A0-3F62624A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在截图工具栏点 OCR，再复制识别结果</a:t>
            </a:r>
          </a:p>
        </p:txBody>
      </p:sp>
    </p:spTree>
    <p:extLst>
      <p:ext uri="{BB962C8B-B14F-4D97-AF65-F5344CB8AC3E}">
        <p14:creationId xmlns:p14="http://schemas.microsoft.com/office/powerpoint/2010/main" val="916271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754D0-E41B-442A-8CA3-ED7D5F4F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录屏和取色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65A14-EDFB-42D9-8933-6781E100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40A75-3554-4566-A093-BEC4E502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ACC12-FAD0-434B-92F1-FFCD94FC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Ctrl + 2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6E996-631A-4FDA-8E7D-8A50F2B7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5747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屏幕录制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BF19E-C9F5-4AAB-A7D5-0DFA2A0E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9525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做步骤演示时使用；完成后到文件夹核对结果。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44F2E-0E10-4A92-AAE2-86301E2E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26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267D78"/>
                </a:solidFill>
                <a:latin typeface="Microsoft YaHei"/>
                <a:ea typeface="Microsoft YaHei"/>
                <a:cs typeface="Microsoft YaHei"/>
              </a:rPr>
              <a:t>Ctrl + 3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3116A-152E-467D-A0D9-13983364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屏幕取色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0C5A5-534E-4664-9235-EA8BF1E8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拾取屏幕上任意位置的颜色。</a:t>
            </a:r>
          </a:p>
        </p:txBody>
      </p:sp>
    </p:spTree>
    <p:extLst>
      <p:ext uri="{BB962C8B-B14F-4D97-AF65-F5344CB8AC3E}">
        <p14:creationId xmlns:p14="http://schemas.microsoft.com/office/powerpoint/2010/main" val="17886414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C040F-A607-4D42-9A01-BC940DB2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便签浮窗：一处处理四类内容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79EC1-18E6-441B-A148-86BE481E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AED64-9CC6-43B2-A11D-D7E2BAB4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30D9D-E946-4921-A973-5E23356C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457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1 待办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99292-AE77-40A8-B33A-7325DD22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4572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记录事情与提醒时间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52F74-464E-4C1E-BD5A-21A83BA2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457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2 剪贴板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62EF9-C7CA-4504-843D-4AF73F92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4572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找回并复用复制过的文字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F2E8A-AB23-4436-8AE3-0E1F46AF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4714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3 收藏夹 / 4 其他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9751E-7043-4074-AB00-0A94E582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4667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主动保存常用内容，进入小工具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32c1559b645fc"/>
          <a:stretch xmlns:a="http://schemas.openxmlformats.org/drawingml/2006/main"/>
        </p:blipFill>
        <p:spPr>
          <a:xfrm xmlns:a="http://schemas.openxmlformats.org/drawingml/2006/main">
            <a:off x="6644763" y="1543050"/>
            <a:ext cx="3931674" cy="4352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1411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C219D-AEC2-47AB-969F-4ECB0352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待办：输入、提醒、完成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A1688-8B86-4E34-B452-F4BD0E51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B39D6-3DE8-4946-BB5C-D5BE638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A6A96-592C-47E0-87BE-64B45AE5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174E3-09FA-4235-A035-FF2C0360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76425"/>
            <a:ext cx="4695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输入待办内容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AA15D-6F92-4328-A259-F2AF384C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352675"/>
            <a:ext cx="46767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多行内容可直接换行。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5C18E-6EFA-4A70-9607-4864AB5A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F7C10-CCF5-4B66-A2E3-3E9505BD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86100"/>
            <a:ext cx="4695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需要时勾选“提醒”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49342-35B2-42EF-969C-1470C23E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62350"/>
            <a:ext cx="46767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选择未来的日期和时间。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4C58A-E673-4999-AEC4-C3A16831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1A5B2-F8E5-47A1-AAC0-0EF13D36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95775"/>
            <a:ext cx="4695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完成后打勾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89885-1EFA-4694-8977-35A1D442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72025"/>
            <a:ext cx="46767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“展示已办”可查看历史。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997F0-BD69-4139-8756-424353AC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38400"/>
            <a:ext cx="39338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提醒时间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2A03C-0EAF-48BB-8BED-852DA9FF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19425"/>
            <a:ext cx="39338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必须晚于现在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96FBF-6EE7-4121-ACA4-31569993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76675"/>
            <a:ext cx="39338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否则“添加”会被拦截。</a:t>
            </a:r>
          </a:p>
        </p:txBody>
      </p:sp>
    </p:spTree>
    <p:extLst>
      <p:ext uri="{BB962C8B-B14F-4D97-AF65-F5344CB8AC3E}">
        <p14:creationId xmlns:p14="http://schemas.microsoft.com/office/powerpoint/2010/main" val="16531093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9462F-2771-45E6-9558-30A34379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闪念胶囊：说一句就进待办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6F655-0FBC-4F22-A390-EB0BFE55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25C1D-BFBC-46E6-BED7-BFE6E960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13226-C00E-45CA-81BF-8F734DF8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288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7C896-DB9C-4217-A3B4-9E7625E4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09750"/>
            <a:ext cx="521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按住小浮窗约 0.5 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C6180-B3D2-4875-9CBC-7026B102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86000"/>
            <a:ext cx="5200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麦克风亮起后开始说话。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9A31E-4496-4374-AD33-66510CE1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908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6BB4B-4354-49C1-9C68-A9EE63DD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71800"/>
            <a:ext cx="521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松开后自动转写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BFA65-DADE-4300-852E-823B049C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5200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最长录音 60 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D2B85-8268-4EB6-9C24-F958337A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529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595D5-F166-4B11-B86C-4456FFA0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33850"/>
            <a:ext cx="521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回到待办核对文字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ED7B6-50A7-4F5A-8586-69022C4B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10100"/>
            <a:ext cx="5200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点扬声器可反复播放录音。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856cfdd454b37"/>
          <a:stretch xmlns:a="http://schemas.openxmlformats.org/drawingml/2006/main"/>
        </p:blipFill>
        <p:spPr>
          <a:xfrm xmlns:a="http://schemas.openxmlformats.org/drawingml/2006/main">
            <a:off x="8532262" y="2447925"/>
            <a:ext cx="1337777" cy="17716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CED49-EA4B-4112-BF62-B01B7767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95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7D78"/>
                </a:solidFill>
                <a:latin typeface="Microsoft YaHei"/>
                <a:ea typeface="Microsoft YaHei"/>
                <a:cs typeface="Microsoft YaHei"/>
              </a:rPr>
              <a:t>转写失败时，录音仍可保留供回听。</a:t>
            </a:r>
          </a:p>
        </p:txBody>
      </p:sp>
    </p:spTree>
    <p:extLst>
      <p:ext uri="{BB962C8B-B14F-4D97-AF65-F5344CB8AC3E}">
        <p14:creationId xmlns:p14="http://schemas.microsoft.com/office/powerpoint/2010/main" val="13794106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BDF70-B7D0-44A4-9CE0-81ED0B2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剪贴板：双击就能再用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F3D2F-83FC-4962-8A1E-E5C86C41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94FF7-AB8E-4601-91B4-7B77F3E0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22F09-6F4A-4A60-9885-7AFA940B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619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复制过的文字会出现在这里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B099B-8228-4FC1-8FA1-CA0E9296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543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双击整条记录，再到目标位置粘贴。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E55FD-514B-4402-82D2-BC49A634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467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7D78"/>
                </a:solidFill>
                <a:latin typeface="Microsoft YaHei"/>
                <a:ea typeface="Microsoft YaHei"/>
                <a:cs typeface="Microsoft YaHei"/>
              </a:rPr>
              <a:t>预览太长？调整“预览行数”。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7405b3be94521"/>
          <a:stretch xmlns:a="http://schemas.openxmlformats.org/drawingml/2006/main"/>
        </p:blipFill>
        <p:spPr>
          <a:xfrm xmlns:a="http://schemas.openxmlformats.org/drawingml/2006/main">
            <a:off x="6797470" y="1514475"/>
            <a:ext cx="4026310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031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5C0C9-36BF-4050-A85E-2E9EFE52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收藏夹：主动留下常用内容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AD5FE-6008-4B7E-80A4-95D9FF3A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C08CA-FC8B-450F-88BF-E5685930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3083B-20D4-4946-9DBB-1ED5D77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692B0-5EDA-4601-9DC6-546599C7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857375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点击“添加”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9E923-14C3-4707-B5E7-01C92DCB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333625"/>
            <a:ext cx="4514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新建一条收藏内容。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8B7CB-AB22-4C0B-90B4-377804AB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C587A-571D-4508-81DE-4AB79C3B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861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输入并离开文本框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DF70C-6800-4EBB-B12B-FBB6AFF6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562350"/>
            <a:ext cx="4514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多行内容也会自动保存。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DA9D4-E7ED-42AC-B8A8-2DAE1EB2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BC6A1-1F69-4D73-A619-6BDD6804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314825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搜索或删除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BD007-9481-4584-B24C-407A8555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791075"/>
            <a:ext cx="4514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整理常用资料。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85e9513064006"/>
          <a:stretch xmlns:a="http://schemas.openxmlformats.org/drawingml/2006/main"/>
        </p:blipFill>
        <p:spPr>
          <a:xfrm xmlns:a="http://schemas.openxmlformats.org/drawingml/2006/main">
            <a:off x="6634623" y="1533525"/>
            <a:ext cx="4009103" cy="4438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532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94CFE-5B7C-4281-9E58-E1211AF7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“其他”贴片：快速打开小工具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E6E30-498A-423E-90AB-7DAA17BF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7EA89-6A6A-4197-AC22-7BB8B839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90102-2234-414C-AA5D-14DF524D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常用示例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1C79B-3DB5-4BC9-8B12-B71CC0C5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80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幕布：临时展示或标注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BF3FD-0AFF-4B10-AB33-59C675E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725"/>
            <a:ext cx="480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Everything：搜索文件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03BFF-4121-4A28-A63A-DF07250D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90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数据整理：打开本地页面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5872E-850E-47D0-87E1-743AFA7C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480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DeskPins：窗口置顶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c64c4f9194a34"/>
          <a:stretch xmlns:a="http://schemas.openxmlformats.org/drawingml/2006/main"/>
        </p:blipFill>
        <p:spPr>
          <a:xfrm xmlns:a="http://schemas.openxmlformats.org/drawingml/2006/main">
            <a:off x="6897329" y="1714500"/>
            <a:ext cx="3578942" cy="396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395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35C09-FADD-4335-9878-91BBA8CA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主菜单：按用途找功能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2478D-DA8F-4EB4-B3B0-D820551C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E8937-98F1-4992-925C-6A0234A8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15DE0-9F06-4D4F-8A6A-251E7F86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43075"/>
            <a:ext cx="4143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快捷键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8CA37-66F6-43D5-9A24-8FB0AAF0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81225"/>
            <a:ext cx="500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查看和修改按键组合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1DE55-442A-4FD8-A76E-6B74E950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5114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全局设置 / 任务设置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382CF-395A-48C7-B26B-10274C98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4953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调整应用行为和单项任务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F053B-B4BE-4DA1-855C-D5B6FB66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便签 / 截图文件夹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5FF39-F725-42CC-AB27-BCDB301A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81525"/>
            <a:ext cx="4953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查看日志或浏览截图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883a0675b4a9f"/>
          <a:stretch xmlns:a="http://schemas.openxmlformats.org/drawingml/2006/main"/>
        </p:blipFill>
        <p:spPr>
          <a:xfrm xmlns:a="http://schemas.openxmlformats.org/drawingml/2006/main">
            <a:off x="7496175" y="1724025"/>
            <a:ext cx="3390900" cy="3762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1462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A9F4F-BE31-478F-962A-9B47C74F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主菜单：回看日志与截图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24527-B839-4292-BA11-15F5CD86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A6BC7-C3B0-4373-8251-1921573A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E3F5C-D902-4453-AFB5-98930547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3857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便签文件夹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F0985-D937-42B7-B889-A6FD7E0A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4743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待办日志 / 剪贴板日志 / 收藏夹日志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3F6D4-FBCC-497D-B7F3-758D0B9E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46958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可筛选、排序、复制与导出。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329A7-4A36-4706-B4B2-AABD79C5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3857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截图文件夹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1DEDE-83EB-4839-80AA-B256FFFE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76825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预览、刷新、打开所在位置。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29988408f422a"/>
          <a:stretch xmlns:a="http://schemas.openxmlformats.org/drawingml/2006/main"/>
        </p:blipFill>
        <p:spPr>
          <a:xfrm xmlns:a="http://schemas.openxmlformats.org/drawingml/2006/main">
            <a:off x="5715000" y="2195444"/>
            <a:ext cx="5591175" cy="20289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148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D10E5-3497-4617-9FF2-F6D2F13A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窗口置顶：让参考资料留在眼前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A81EB-247A-4AAE-A2FB-B65F3F87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E87E2-002E-49DB-B128-9FE7BBC0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BFDE4-48F2-4417-AD34-3A5AE1AD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Ctrl + F10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B6262-C4D0-48FD-AA1B-92D35949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823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把当前窗口留在最上层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55321-7E4D-46C1-A820-01FC2ECA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窗口顶部的图钉可单独取消。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4CBAB-B462-46EE-923A-D10BB023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990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在桌面区域左右快速甩动鼠标，可取消全部置顶。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76416460e4cb6"/>
          <a:stretch xmlns:a="http://schemas.openxmlformats.org/drawingml/2006/main"/>
        </p:blipFill>
        <p:spPr>
          <a:xfrm xmlns:a="http://schemas.openxmlformats.org/drawingml/2006/main">
            <a:off x="8737558" y="1990725"/>
            <a:ext cx="1898734" cy="962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534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811BF-552B-41C8-9873-D140E887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遇到问题先看这四处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651A1-1EB6-478B-BF6F-AD8CD2F0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D40E9-15F5-45E5-9AA9-00493321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F7ED1-910A-45F4-A0BF-9FF0A657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95450"/>
            <a:ext cx="314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提醒无法添加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FD3FB-B47F-45F4-A7C9-C08FE9EC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704975"/>
            <a:ext cx="7096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检查所选时间是否晚于现在。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245E7-A61E-49AB-8264-19E2A556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24150"/>
            <a:ext cx="314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录音没有文字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BD650-EF09-4DB7-A9F1-B513EFDC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733675"/>
            <a:ext cx="7096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检查默认麦克风与语音模型；可回听录音。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C541B-7C6C-475B-8D75-0CE70CB6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52850"/>
            <a:ext cx="314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找不到截图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DBDF2-92A3-4874-9BFD-4D345C3C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762375"/>
            <a:ext cx="7096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看右下角通知，或进“截图文件夹”。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63E10-E0F5-468E-816E-4816EDEC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1550"/>
            <a:ext cx="314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主菜单不见了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0E954-ACFF-49B5-91CE-2206F196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791075"/>
            <a:ext cx="7096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双击系统托盘里的小蟒图标。</a:t>
            </a:r>
          </a:p>
        </p:txBody>
      </p:sp>
    </p:spTree>
    <p:extLst>
      <p:ext uri="{BB962C8B-B14F-4D97-AF65-F5344CB8AC3E}">
        <p14:creationId xmlns:p14="http://schemas.microsoft.com/office/powerpoint/2010/main" val="13087704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3C24B-2EFD-419F-926B-F3C6C8B7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现场练习：三分钟走一遍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CDE28-60F4-410D-B500-1EC72D34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8080"/>
                </a:solidFill>
                <a:latin typeface="Microsoft YaHei"/>
                <a:ea typeface="Microsoft YaHei"/>
                <a:cs typeface="Microsoft YaHei"/>
              </a:rPr>
              <a:t>小蟒同学 · 使用培训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395C1-EDEA-4EC0-AC89-B3DA46AA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03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2C9E7-AD79-430E-8144-B2C19576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04BF6-2D5F-46CB-9660-B0653501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38325"/>
            <a:ext cx="912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截一张图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F35D1-1CE8-49D2-934C-5F3C5F0B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14575"/>
            <a:ext cx="9105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画箭头，完成后打开所在文件夹。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0E116-EAEC-498D-9F04-2F867EE0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369C2-4ADF-437A-BAC2-56FE1482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24200"/>
            <a:ext cx="912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加一条待办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C7BB4-5B1A-4C77-A451-7AB7143A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00450"/>
            <a:ext cx="9105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设置一个未来的提醒时间。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68745-8A52-4509-BB60-801E19A0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A654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42A42-EEE3-4785-B0F9-4496BECF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10075"/>
            <a:ext cx="912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53A"/>
                </a:solidFill>
                <a:latin typeface="Microsoft YaHei"/>
                <a:ea typeface="Microsoft YaHei"/>
                <a:cs typeface="Microsoft YaHei"/>
              </a:rPr>
              <a:t>复用一条剪贴板记录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02186-C306-4188-B3D2-2ECD7ED7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86325"/>
            <a:ext cx="9105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5558"/>
                </a:solidFill>
                <a:latin typeface="Microsoft YaHei"/>
                <a:ea typeface="Microsoft YaHei"/>
                <a:cs typeface="Microsoft YaHei"/>
              </a:rPr>
              <a:t>复制两行文字，双击记录后再粘贴。</a:t>
            </a:r>
          </a:p>
        </p:txBody>
      </p:sp>
    </p:spTree>
    <p:extLst>
      <p:ext uri="{BB962C8B-B14F-4D97-AF65-F5344CB8AC3E}">
        <p14:creationId xmlns:p14="http://schemas.microsoft.com/office/powerpoint/2010/main" val="2122940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2026-09-24T09:24:13.5100000Z</dcterms:created>
  <dcterms:modified xsi:type="dcterms:W3CDTF">2026-09-24T09:24:13.5100000Z</dcterms:modified>
</coreProperties>
</file>